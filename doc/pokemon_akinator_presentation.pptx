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C6E"/>
                </a:solidFill>
              </a:rPr>
              <a:t>Akinator de Pokémon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3C6E"/>
                </a:solidFill>
              </a:rPr>
              <a:t>Aplicando Web Semântica com Ontologia PokémonKG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C6E"/>
                </a:solidFill>
              </a:rPr>
              <a:t>Resumo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Este projeto desenvolve um "Akinator de Pokémon" utilizando a Ontologia PokémonKG para adivinhação.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 objetivo é demonstrar conceitos de Web Semântica através de perguntas interativas, consultas SPARQL e raciocínio sobre a ontologia.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6E"/>
                </a:solidFill>
              </a:rPr>
              <a:t>1. O que é — Descrição do Escopo e Objetivo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C6E"/>
                </a:solidFill>
              </a:rPr>
              <a:t>Objetivo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Desenvolver um jogo de perguntas que adivinha o Pokémon pensado pelo usuário utilizando a Ontologia PokémonKG.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Demonstrar conceitos de Web Semântica na prática.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C6E"/>
                </a:solidFill>
              </a:rPr>
              <a:t>Escopo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Interface web para perguntas e respostas.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Backend que converte respostas em filtros SPARQL.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Módulo de heurística para seleção otimizada de perguntas.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Geração de palpite final com justificativas.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6E"/>
                </a:solidFill>
              </a:rPr>
              <a:t>2. Ontologia(s) Utilizada(s)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C6E"/>
                </a:solidFill>
              </a:rPr>
              <a:t>Principais classes: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Pokemon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Habitat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Generation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C6E"/>
                </a:solidFill>
              </a:rPr>
              <a:t>Principais propriedades: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hasType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hasAbility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fromGeneration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</a:rPr>
              <a:t>Exemplo: selecionar Pokémons do tipo Fogo da primeira geração.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6E"/>
                </a:solidFill>
              </a:rPr>
              <a:t>3. Informações Arquiteturais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C6E"/>
                </a:solidFill>
              </a:rPr>
              <a:t>Fluxo de Arquitetura: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Frontend (React) para exibição das perguntas.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Backend (Node.js/Express) para processar respostas.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Triplestore (Jena Fuseki) para consultas SPARQL.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Módulo de heurística para escolher a próxima pergunta.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C6E"/>
                </a:solidFill>
              </a:rPr>
              <a:t>Ferramentas: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PokémonKG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Jena Fuseki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Node.js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Docker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6E"/>
                </a:solidFill>
              </a:rPr>
              <a:t>4. Etapas do Desenvolvimento e Cronograma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Preparação do ambiente e importação da ontologia.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Mapeamento de atributos e perguntas.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Protótipos de consultas SPARQL.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Implementação do backend.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Desenvolvimento do frontend.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Integração e testes.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Apresentação final.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6E"/>
                </a:solidFill>
              </a:rPr>
              <a:t>5. Cenário de Uso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Cenário: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O usuário pensa em um Pokémon.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O sistema faz perguntas binárias (tipo, geração, habitat).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As respostas filtram os candidatos via SPARQL.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O sistema exibe um palpite com justificativas.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Utilidade: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Ensino de Web Semântica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Exploração lúdica do conhecimento Pokémon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6E"/>
                </a:solidFill>
              </a:rPr>
              <a:t>6. Participação no Grupo e Avaliação Individual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Importação da ontologia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Consultas SPARQL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Backend e integrações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Frontend e UX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Testes e apresentação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Nomes serão adicionados posteriormente.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6E"/>
                </a:solidFill>
              </a:rPr>
              <a:t>7. Trabalhos Futuros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Suportar múltiplas ontologias (itens, locais).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Melhorar heurísticas de seleção de perguntas.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Internacionalizar o sistema.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Explorar outras franquias.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6E"/>
                </a:solidFill>
              </a:rPr>
              <a:t>Exemplos da Aplicação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88620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918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C6E"/>
                </a:solidFill>
              </a:rPr>
              <a:t>Tela de Pergunta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97280"/>
            <a:ext cx="3886200" cy="2194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00600" y="32918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C6E"/>
                </a:solidFill>
              </a:rPr>
              <a:t>Tela de Palpite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2025-11-02T13:01:50Z</dcterms:created>
  <dcterms:modified xsi:type="dcterms:W3CDTF">2025-11-02T13:01:50Z</dcterms:modified>
</cp:coreProperties>
</file>